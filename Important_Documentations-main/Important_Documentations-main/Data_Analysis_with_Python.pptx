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3494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22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114800" cy="4114800"/>
          </a:xfrm>
          <a:prstGeom prst="ellipse">
            <a:avLst/>
          </a:prstGeom>
          <a:solidFill>
            <a:srgbClr val="122A4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5" name="Image 0" descr="/home/claude/py-ppt/images/python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8997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TRAINING PROGRAM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with Python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 fundamentals to professional data analysis — NumPy, Pandas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Matplotlib with real-world business case studies.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166360"/>
            <a:ext cx="2011680" cy="0"/>
          </a:xfrm>
          <a:prstGeom prst="line">
            <a:avLst/>
          </a:prstGeom>
          <a:noFill/>
          <a:ln w="25400">
            <a:solidFill>
              <a:srgbClr val="2E86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303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Data Into Real Insight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32120" cy="4617720"/>
          </a:xfrm>
          <a:prstGeom prst="roundRect">
            <a:avLst>
              <a:gd name="adj" fmla="val 1980"/>
            </a:avLst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B3A63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Name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with Python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Venkatesh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Description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950208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hands-on program covering NumPy, Pandas and Matplotlib — combining theory, live coding, business case studies and interview preparation to build job-ready data analysis skills.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15727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Course Is For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2011680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1B3A6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79992" y="2011680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1B3A63"/>
          </a:solidFill>
          <a:ln/>
        </p:spPr>
      </p:sp>
      <p:sp>
        <p:nvSpPr>
          <p:cNvPr id="15" name="Text 13"/>
          <p:cNvSpPr/>
          <p:nvPr/>
        </p:nvSpPr>
        <p:spPr>
          <a:xfrm>
            <a:off x="9079992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679192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1B3A6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6791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79992" y="2679192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1B3A63"/>
          </a:solidFill>
          <a:ln/>
        </p:spPr>
      </p:sp>
      <p:sp>
        <p:nvSpPr>
          <p:cNvPr id="19" name="Text 17"/>
          <p:cNvSpPr/>
          <p:nvPr/>
        </p:nvSpPr>
        <p:spPr>
          <a:xfrm>
            <a:off x="9079992" y="26791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Professionals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3346704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1B3A6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34670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79992" y="3346704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1B3A63"/>
          </a:solidFill>
          <a:ln/>
        </p:spPr>
      </p:sp>
      <p:sp>
        <p:nvSpPr>
          <p:cNvPr id="23" name="Text 21"/>
          <p:cNvSpPr/>
          <p:nvPr/>
        </p:nvSpPr>
        <p:spPr>
          <a:xfrm>
            <a:off x="9079992" y="334670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4014216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1B3A6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01421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Scientists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/>
          <a:effectLst>
            <a:outerShdw blurRad="76200" dist="25400" dir="5400000" algn="bl" rotWithShape="0">
              <a:srgbClr val="1B3A63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6" name="Image 0" descr="/home/claude/py-ppt/images/gri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20290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Numerical Computing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01752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NumPy arrays for fast, vectorized data operations.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15384" y="160020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/>
          <a:effectLst>
            <a:outerShdw blurRad="76200" dist="25400" dir="5400000" algn="bl" rotWithShape="0">
              <a:srgbClr val="1B3A63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9704" y="1874520"/>
            <a:ext cx="594360" cy="59436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1" name="Image 1" descr="/home/claude/py-ppt/images/tab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238" y="20290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9704" y="26517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Structured Data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89704" y="301752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 and transform real datasets using Pandas.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82128" y="160020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/>
          <a:effectLst>
            <a:outerShdw blurRad="76200" dist="25400" dir="5400000" algn="bl" rotWithShape="0">
              <a:srgbClr val="1B3A63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56448" y="1874520"/>
            <a:ext cx="594360" cy="59436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6" name="Image 2" descr="/home/claude/py-ppt/images/broom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0982" y="20290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56448" y="26517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Real-World Data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156448" y="301752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with missing values, duplicates and messy records.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33088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/>
          <a:effectLst>
            <a:outerShdw blurRad="76200" dist="25400" dir="5400000" algn="bl" rotWithShape="0">
              <a:srgbClr val="1B3A63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407408"/>
            <a:ext cx="594360" cy="59436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1" name="Image 3" descr="/home/claude/py-ppt/images/b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494" y="456194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18464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 Insights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2960" y="5550408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professional charts and dashboards with Matplotlib.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15384" y="4133088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/>
          <a:effectLst>
            <a:outerShdw blurRad="76200" dist="25400" dir="5400000" algn="bl" rotWithShape="0">
              <a:srgbClr val="1B3A63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89704" y="4407408"/>
            <a:ext cx="594360" cy="59436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6" name="Image 4" descr="/home/claude/py-ppt/images/sear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4238" y="456194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9704" y="518464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Business Data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89704" y="5550408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grouping, filtering and aggregation to answer questions.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882128" y="4133088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/>
          <a:effectLst>
            <a:outerShdw blurRad="76200" dist="25400" dir="5400000" algn="bl" rotWithShape="0">
              <a:srgbClr val="1B3A63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56448" y="4407408"/>
            <a:ext cx="594360" cy="59436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31" name="Image 5" descr="/home/claude/py-ppt/images/briefcas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0982" y="4561942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56448" y="518464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Crack Data Interviews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156448" y="5550408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your skills to real scenarios and interview questions.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Python Data Analysis Ecosystem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the leading language for data analysis thanks to a mature, well-integrated set of libraries — each specialized for a stage of the workflow.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122A47"/>
          </a:solidFill>
          <a:ln/>
        </p:spPr>
      </p:sp>
      <p:sp>
        <p:nvSpPr>
          <p:cNvPr id="6" name="Shape 4"/>
          <p:cNvSpPr/>
          <p:nvPr/>
        </p:nvSpPr>
        <p:spPr>
          <a:xfrm>
            <a:off x="1888236" y="2423160"/>
            <a:ext cx="822960" cy="822960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7" name="Image 0" descr="/home/claude/py-ppt/images/grid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206" y="263713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290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388620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 engine — fast arrays and math operations.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15384" y="210312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122A47"/>
          </a:solidFill>
          <a:ln/>
        </p:spPr>
      </p:sp>
      <p:sp>
        <p:nvSpPr>
          <p:cNvPr id="11" name="Shape 8"/>
          <p:cNvSpPr/>
          <p:nvPr/>
        </p:nvSpPr>
        <p:spPr>
          <a:xfrm>
            <a:off x="5554980" y="2423160"/>
            <a:ext cx="822960" cy="822960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12" name="Image 1" descr="/home/claude/py-ppt/images/table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950" y="263713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9704" y="34290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489704" y="388620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handling — Series, DataFrames, cleaning &amp; analysis.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882128" y="210312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122A47"/>
          </a:solidFill>
          <a:ln/>
        </p:spPr>
      </p:sp>
      <p:sp>
        <p:nvSpPr>
          <p:cNvPr id="16" name="Shape 12"/>
          <p:cNvSpPr/>
          <p:nvPr/>
        </p:nvSpPr>
        <p:spPr>
          <a:xfrm>
            <a:off x="9221724" y="2423160"/>
            <a:ext cx="822960" cy="822960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17" name="Image 2" descr="/home/claude/py-ppt/images/bar_sk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5694" y="263713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56448" y="34290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156448" y="388620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— charts, plots and dashboards.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50292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Python? Free &amp; open-source · Huge community · Readable syntax · Seamless integration with Excel, SQL &amp; BI tools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Business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709928" cy="2834640"/>
          </a:xfrm>
          <a:prstGeom prst="roundRect">
            <a:avLst>
              <a:gd name="adj" fmla="val 4813"/>
            </a:avLst>
          </a:prstGeom>
          <a:solidFill>
            <a:srgbClr val="F1F5F9"/>
          </a:solidFill>
          <a:ln/>
          <a:effectLst>
            <a:outerShdw blurRad="63500" dist="25400" dir="5400000" algn="bl" rotWithShape="0">
              <a:srgbClr val="1B3A63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3564" y="237744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6" name="Image 0" descr="/home/claude/py-ppt/images/csv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985" y="25438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01368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315468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566160"/>
            <a:ext cx="1435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raw data — CSV, Excel, databases, APIs.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258568" y="320040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DE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377440" y="2103120"/>
            <a:ext cx="1709928" cy="2834640"/>
          </a:xfrm>
          <a:prstGeom prst="roundRect">
            <a:avLst>
              <a:gd name="adj" fmla="val 4813"/>
            </a:avLst>
          </a:prstGeom>
          <a:solidFill>
            <a:srgbClr val="F1F5F9"/>
          </a:solidFill>
          <a:ln/>
          <a:effectLst>
            <a:outerShdw blurRad="63500" dist="25400" dir="5400000" algn="bl" rotWithShape="0">
              <a:srgbClr val="1B3A63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12364" y="237744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3" name="Image 1" descr="/home/claude/py-ppt/images/bro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8785" y="25438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0168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487168" y="315468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514600" y="3566160"/>
            <a:ext cx="1435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duplicates &amp; errors.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087368" y="320040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DE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206240" y="2103120"/>
            <a:ext cx="1709928" cy="2834640"/>
          </a:xfrm>
          <a:prstGeom prst="roundRect">
            <a:avLst>
              <a:gd name="adj" fmla="val 4813"/>
            </a:avLst>
          </a:prstGeom>
          <a:solidFill>
            <a:srgbClr val="F1F5F9"/>
          </a:solidFill>
          <a:ln/>
          <a:effectLst>
            <a:outerShdw blurRad="63500" dist="25400" dir="5400000" algn="bl" rotWithShape="0">
              <a:srgbClr val="1B3A63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41164" y="237744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0" name="Image 2" descr="/home/claude/py-ppt/images/gri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7585" y="254386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58968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315968" y="315468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343400" y="3566160"/>
            <a:ext cx="1435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Reshape, filter &amp; compute with NumPy/Pandas.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916168" y="320040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DE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035040" y="2103120"/>
            <a:ext cx="1709928" cy="2834640"/>
          </a:xfrm>
          <a:prstGeom prst="roundRect">
            <a:avLst>
              <a:gd name="adj" fmla="val 4813"/>
            </a:avLst>
          </a:prstGeom>
          <a:solidFill>
            <a:srgbClr val="F1F5F9"/>
          </a:solidFill>
          <a:ln/>
          <a:effectLst>
            <a:outerShdw blurRad="63500" dist="25400" dir="5400000" algn="bl" rotWithShape="0">
              <a:srgbClr val="1B3A63">
                <a:alpha val="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69964" y="237744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7" name="Image 3" descr="/home/claude/py-ppt/images/sear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6385" y="2543861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87768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144768" y="315468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172200" y="3566160"/>
            <a:ext cx="1435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Group, aggregate and find patterns.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7744968" y="320040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DE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7863840" y="2103120"/>
            <a:ext cx="1709928" cy="2834640"/>
          </a:xfrm>
          <a:prstGeom prst="roundRect">
            <a:avLst>
              <a:gd name="adj" fmla="val 4813"/>
            </a:avLst>
          </a:prstGeom>
          <a:solidFill>
            <a:srgbClr val="F1F5F9"/>
          </a:solidFill>
          <a:ln/>
          <a:effectLst>
            <a:outerShdw blurRad="63500" dist="25400" dir="5400000" algn="bl" rotWithShape="0">
              <a:srgbClr val="1B3A63">
                <a:alpha val="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398764" y="237744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34" name="Image 4" descr="/home/claude/py-ppt/images/ba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5185" y="2543861"/>
            <a:ext cx="307238" cy="30723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116568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7973568" y="315468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8001000" y="3566160"/>
            <a:ext cx="1435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charts to communicate findings.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9573768" y="320040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DE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2"/>
          <p:cNvSpPr/>
          <p:nvPr/>
        </p:nvSpPr>
        <p:spPr>
          <a:xfrm>
            <a:off x="9692640" y="2103120"/>
            <a:ext cx="1709928" cy="2834640"/>
          </a:xfrm>
          <a:prstGeom prst="roundRect">
            <a:avLst>
              <a:gd name="adj" fmla="val 4813"/>
            </a:avLst>
          </a:prstGeom>
          <a:solidFill>
            <a:srgbClr val="F1F5F9"/>
          </a:solidFill>
          <a:ln/>
          <a:effectLst>
            <a:outerShdw blurRad="63500" dist="25400" dir="5400000" algn="bl" rotWithShape="0">
              <a:srgbClr val="1B3A63">
                <a:alpha val="6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10227564" y="237744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41" name="Image 5" descr="/home/claude/py-ppt/images/briefcas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93985" y="2543861"/>
            <a:ext cx="307238" cy="30723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0945368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9802368" y="315468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9829800" y="3566160"/>
            <a:ext cx="1435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insight into a business decision.</a:t>
            </a:r>
            <a:endParaRPr lang="en-US" sz="1050" dirty="0"/>
          </a:p>
        </p:txBody>
      </p:sp>
      <p:sp>
        <p:nvSpPr>
          <p:cNvPr id="45" name="Text 3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Training Plan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1089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Topics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Theory (hrs)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(hrs)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(hrs)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NumPy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Arrays, Indexing, Slicing, Math Operations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Pandas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Series, DataFrame, Cleaning, Grouping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Matplotlib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Line, Bar, Pie, Scatter Charts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Sales Data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Duration: 6 + 8 + 4 = 18 Hours (Theory + Practical), plus a capstone mini project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132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— Numerical Computing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0" y="457200"/>
            <a:ext cx="1417320" cy="384048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10195560" y="457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4h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1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81051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Array Creation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Arrays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Operations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NumPy?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 than native Python lists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 — no manual loops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Pandas, Matplotlib &amp; ML libraries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memory usage for large datasets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4937760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</p:spPr>
      </p:sp>
      <p:pic>
        <p:nvPicPr>
          <p:cNvPr id="16" name="Image 0" descr="/home/claude/py-ppt/images/bulb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239512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70432" y="5230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Activity: Array Exercises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" y="55595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Student Marks array — find highest, average marks &amp; top performer.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5216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Architecture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309360" y="187452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1B3A63"/>
          </a:solidFill>
          <a:ln/>
        </p:spPr>
      </p:sp>
      <p:sp>
        <p:nvSpPr>
          <p:cNvPr id="21" name="Text 18"/>
          <p:cNvSpPr/>
          <p:nvPr/>
        </p:nvSpPr>
        <p:spPr>
          <a:xfrm>
            <a:off x="6309360" y="18745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309360" y="24414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86DE"/>
                </a:solidFill>
              </a:rPr>
              <a:t>↓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309360" y="269748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1B3A63"/>
          </a:solidFill>
          <a:ln/>
        </p:spPr>
      </p:sp>
      <p:sp>
        <p:nvSpPr>
          <p:cNvPr id="24" name="Text 21"/>
          <p:cNvSpPr/>
          <p:nvPr/>
        </p:nvSpPr>
        <p:spPr>
          <a:xfrm>
            <a:off x="6309360" y="26974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309360" y="32644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86DE"/>
                </a:solidFill>
              </a:rPr>
              <a:t>↓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309360" y="352044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1B3A63"/>
          </a:solidFill>
          <a:ln/>
        </p:spPr>
      </p:sp>
      <p:sp>
        <p:nvSpPr>
          <p:cNvPr id="27" name="Text 24"/>
          <p:cNvSpPr/>
          <p:nvPr/>
        </p:nvSpPr>
        <p:spPr>
          <a:xfrm>
            <a:off x="6309360" y="35204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309360" y="40873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86DE"/>
                </a:solidFill>
              </a:rPr>
              <a:t>↓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309360" y="434340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2E86DE"/>
          </a:solidFill>
          <a:ln/>
        </p:spPr>
      </p:sp>
      <p:sp>
        <p:nvSpPr>
          <p:cNvPr id="30" name="Text 27"/>
          <p:cNvSpPr/>
          <p:nvPr/>
        </p:nvSpPr>
        <p:spPr>
          <a:xfrm>
            <a:off x="6309360" y="43434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Computation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5852160" y="50749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Creation Methods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852160" y="5376672"/>
            <a:ext cx="1426464" cy="384048"/>
          </a:xfrm>
          <a:prstGeom prst="roundRect">
            <a:avLst>
              <a:gd name="adj" fmla="val 21429"/>
            </a:avLst>
          </a:prstGeom>
          <a:solidFill>
            <a:srgbClr val="1B3A63"/>
          </a:solidFill>
          <a:ln/>
        </p:spPr>
      </p:sp>
      <p:sp>
        <p:nvSpPr>
          <p:cNvPr id="33" name="Text 30"/>
          <p:cNvSpPr/>
          <p:nvPr/>
        </p:nvSpPr>
        <p:spPr>
          <a:xfrm>
            <a:off x="5852160" y="537667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np.array()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370064" y="5376672"/>
            <a:ext cx="1426464" cy="384048"/>
          </a:xfrm>
          <a:prstGeom prst="roundRect">
            <a:avLst>
              <a:gd name="adj" fmla="val 21429"/>
            </a:avLst>
          </a:prstGeom>
          <a:solidFill>
            <a:srgbClr val="1B3A63"/>
          </a:solidFill>
          <a:ln/>
        </p:spPr>
      </p:sp>
      <p:sp>
        <p:nvSpPr>
          <p:cNvPr id="35" name="Text 32"/>
          <p:cNvSpPr/>
          <p:nvPr/>
        </p:nvSpPr>
        <p:spPr>
          <a:xfrm>
            <a:off x="7370064" y="537667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np.zeros()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887968" y="5376672"/>
            <a:ext cx="1380744" cy="384048"/>
          </a:xfrm>
          <a:prstGeom prst="roundRect">
            <a:avLst>
              <a:gd name="adj" fmla="val 21429"/>
            </a:avLst>
          </a:prstGeom>
          <a:solidFill>
            <a:srgbClr val="1B3A63"/>
          </a:solidFill>
          <a:ln/>
        </p:spPr>
      </p:sp>
      <p:sp>
        <p:nvSpPr>
          <p:cNvPr id="37" name="Text 34"/>
          <p:cNvSpPr/>
          <p:nvPr/>
        </p:nvSpPr>
        <p:spPr>
          <a:xfrm>
            <a:off x="8887968" y="5376672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np.ones()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10360152" y="5376672"/>
            <a:ext cx="1472184" cy="384048"/>
          </a:xfrm>
          <a:prstGeom prst="roundRect">
            <a:avLst>
              <a:gd name="adj" fmla="val 21429"/>
            </a:avLst>
          </a:prstGeom>
          <a:solidFill>
            <a:srgbClr val="1B3A63"/>
          </a:solidFill>
          <a:ln/>
        </p:spPr>
      </p:sp>
      <p:sp>
        <p:nvSpPr>
          <p:cNvPr id="39" name="Text 36"/>
          <p:cNvSpPr/>
          <p:nvPr/>
        </p:nvSpPr>
        <p:spPr>
          <a:xfrm>
            <a:off x="10360152" y="5376672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np.arange()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11923776" y="5376672"/>
            <a:ext cx="1563624" cy="384048"/>
          </a:xfrm>
          <a:prstGeom prst="roundRect">
            <a:avLst>
              <a:gd name="adj" fmla="val 21429"/>
            </a:avLst>
          </a:prstGeom>
          <a:solidFill>
            <a:srgbClr val="1B3A63"/>
          </a:solidFill>
          <a:ln/>
        </p:spPr>
      </p:sp>
      <p:sp>
        <p:nvSpPr>
          <p:cNvPr id="41" name="Text 38"/>
          <p:cNvSpPr/>
          <p:nvPr/>
        </p:nvSpPr>
        <p:spPr>
          <a:xfrm>
            <a:off x="11923776" y="5376672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np.linspace()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132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— Practical Session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0" y="457200"/>
            <a:ext cx="1417320" cy="384048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10195560" y="457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4h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132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Examples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1810512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13243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947672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np.array([10, 20, 30, 40])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print(arr)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arr[0]        # Positive indexing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arr[-1]       # Negative indexing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arr[1:4]      # Slicing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arr1 + arr2   # Element-wise addition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arr1 * arr2   # Element-wise multiply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8280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Exercises (4 Hours)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1206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Arrays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Mathematical Operations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Array Indexing Practice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Array Statistics (Mean, Median, Max, Min)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481328"/>
            <a:ext cx="5376672" cy="2331720"/>
          </a:xfrm>
          <a:prstGeom prst="roundRect">
            <a:avLst>
              <a:gd name="adj" fmla="val 3922"/>
            </a:avLst>
          </a:prstGeom>
          <a:solidFill>
            <a:srgbClr val="1B3A6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1691640"/>
            <a:ext cx="502920" cy="502920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18" name="Image 0" descr="/home/claude/py-ppt/images/chart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999" y="1822399"/>
            <a:ext cx="241402" cy="24140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132320" y="1737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Use Case: Sales Data Analysis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9224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81228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Data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2715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812280" y="27157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Array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492240" y="30998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812280" y="3099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Total &amp; Average Sales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34838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812280" y="34838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Best Month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263640" y="3977640"/>
            <a:ext cx="5376672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</p:spPr>
      </p:sp>
      <p:sp>
        <p:nvSpPr>
          <p:cNvPr id="29" name="Text 26"/>
          <p:cNvSpPr/>
          <p:nvPr/>
        </p:nvSpPr>
        <p:spPr>
          <a:xfrm>
            <a:off x="6537960" y="41879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537960" y="45262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work efficiently with numerical data using NumPy — creating arrays, performing fast vectorized operations, and extracting statistical insights without writing manual loops.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132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— Structured Data Analysis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0" y="457200"/>
            <a:ext cx="1417320" cy="384048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10195560" y="457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6h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1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810512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CSV Files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(Missing &amp; Duplicate Values)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Grouping &amp; Aggregation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Functions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— remove missing values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fillna() — fill in missing values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duplicated() — flag duplicate records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493776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pic>
        <p:nvPicPr>
          <p:cNvPr id="16" name="Image 0" descr="/home/claude/py-ppt/images/bulb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056632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70432" y="50474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Activity: Sales Analysis Project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" y="5394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 sales dataset, clean it, and produce a first summary using Pandas.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5216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Series vs DataFrame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852160" y="1828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B3A63"/>
          </a:solidFill>
          <a:ln/>
        </p:spPr>
      </p:sp>
      <p:sp>
        <p:nvSpPr>
          <p:cNvPr id="21" name="Text 18"/>
          <p:cNvSpPr/>
          <p:nvPr/>
        </p:nvSpPr>
        <p:spPr>
          <a:xfrm>
            <a:off x="603504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03504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One-dimensional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array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641080" y="1828800"/>
            <a:ext cx="2999232" cy="1371600"/>
          </a:xfrm>
          <a:prstGeom prst="roundRect">
            <a:avLst>
              <a:gd name="adj" fmla="val 5333"/>
            </a:avLst>
          </a:prstGeom>
          <a:solidFill>
            <a:srgbClr val="2E86DE"/>
          </a:solidFill>
          <a:ln/>
        </p:spPr>
      </p:sp>
      <p:sp>
        <p:nvSpPr>
          <p:cNvPr id="24" name="Text 21"/>
          <p:cNvSpPr/>
          <p:nvPr/>
        </p:nvSpPr>
        <p:spPr>
          <a:xfrm>
            <a:off x="882396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823960" y="2331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Two-dimensional table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rows and columns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3429000"/>
          <a:ext cx="5788152" cy="731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5852160" y="41605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Datasets Used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5852160" y="4480560"/>
            <a:ext cx="1828800" cy="438912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/>
        </p:spPr>
      </p:sp>
      <p:sp>
        <p:nvSpPr>
          <p:cNvPr id="29" name="Text 25"/>
          <p:cNvSpPr/>
          <p:nvPr/>
        </p:nvSpPr>
        <p:spPr>
          <a:xfrm>
            <a:off x="5852160" y="4480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799832" y="4480560"/>
            <a:ext cx="1828800" cy="438912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/>
        </p:spPr>
      </p:sp>
      <p:sp>
        <p:nvSpPr>
          <p:cNvPr id="31" name="Text 27"/>
          <p:cNvSpPr/>
          <p:nvPr/>
        </p:nvSpPr>
        <p:spPr>
          <a:xfrm>
            <a:off x="7799832" y="4480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9747504" y="4480560"/>
            <a:ext cx="1828800" cy="438912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/>
        </p:spPr>
      </p:sp>
      <p:sp>
        <p:nvSpPr>
          <p:cNvPr id="33" name="Text 29"/>
          <p:cNvSpPr/>
          <p:nvPr/>
        </p:nvSpPr>
        <p:spPr>
          <a:xfrm>
            <a:off x="9747504" y="4480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852160" y="5120640"/>
            <a:ext cx="578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 reads any of these into a ready-to-use DataFrame in a single line.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132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— Practical Session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0" y="457200"/>
            <a:ext cx="1417320" cy="384048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10195560" y="457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6h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132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Examples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1810512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13243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947672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pd.read_csv('sales.csv')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high-salary employees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df[df['Salary'] &gt; 50000]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 and aggregate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df.groupby('Region')['Sales'].sum()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Exercises (6 Hours)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32180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 · View Structure · Clean Missing Data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Records · Group Data · Generate Reports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481328"/>
            <a:ext cx="5376672" cy="2514600"/>
          </a:xfrm>
          <a:prstGeom prst="roundRect">
            <a:avLst>
              <a:gd name="adj" fmla="val 3636"/>
            </a:avLst>
          </a:prstGeom>
          <a:solidFill>
            <a:srgbClr val="1B3A6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1691640"/>
            <a:ext cx="502920" cy="502920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18" name="Image 0" descr="/home/claude/py-ppt/images/building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999" y="1822399"/>
            <a:ext cx="241402" cy="24140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132320" y="1737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Retail Store Sales Analysis</a:t>
            </a:r>
            <a:endParaRPr lang="en-US" sz="1400" dirty="0"/>
          </a:p>
        </p:txBody>
      </p:sp>
      <p:pic>
        <p:nvPicPr>
          <p:cNvPr id="20" name="Image 1" descr="/home/claude/py-ppt/images/check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350008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12280" y="23317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Clean Sales Data</a:t>
            </a:r>
            <a:endParaRPr lang="en-US" sz="1250" dirty="0"/>
          </a:p>
        </p:txBody>
      </p:sp>
      <p:pic>
        <p:nvPicPr>
          <p:cNvPr id="22" name="Image 2" descr="/home/claude/py-ppt/images/check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734056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12280" y="27157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 Products</a:t>
            </a:r>
            <a:endParaRPr lang="en-US" sz="1250" dirty="0"/>
          </a:p>
        </p:txBody>
      </p:sp>
      <p:pic>
        <p:nvPicPr>
          <p:cNvPr id="24" name="Image 3" descr="/home/claude/py-ppt/images/check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11810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12280" y="309981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Summary</a:t>
            </a:r>
            <a:endParaRPr lang="en-US" sz="1250" dirty="0"/>
          </a:p>
        </p:txBody>
      </p:sp>
      <p:pic>
        <p:nvPicPr>
          <p:cNvPr id="26" name="Image 4" descr="/home/claude/py-ppt/images/check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50215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12280" y="34838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Region-wise Performance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263640" y="4160520"/>
            <a:ext cx="5376672" cy="196596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/>
        </p:spPr>
      </p:sp>
      <p:pic>
        <p:nvPicPr>
          <p:cNvPr id="29" name="Image 5" descr="/home/claude/py-ppt/images/projec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370832"/>
            <a:ext cx="365760" cy="3657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995160" y="4389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Project: Sales Analysis Dashboard Dataset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649224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 · Analyze Sales · Find Revenue · Generate Insights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6492240" y="5394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Students can clean, transform, and analyze business data professionally.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132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— Data Visualization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0" y="457200"/>
            <a:ext cx="1417320" cy="384048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10195560" y="457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3h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13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Data Visualization?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810512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understanding of complex data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faster business decisions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trends invisible in raw tables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dashboards &amp; reporting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pic>
        <p:nvPicPr>
          <p:cNvPr id="14" name="Image 0" descr="/home/claude/py-ppt/images/bulb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11880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70432" y="36027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Activity: Chart Creation Project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business charts using sales data — revenue analysis, growth analysis and a short visualization report.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5029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349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create professional charts and dashboards for business reporting.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85216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Types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852160" y="1828800"/>
            <a:ext cx="2770632" cy="1783080"/>
          </a:xfrm>
          <a:prstGeom prst="roundRect">
            <a:avLst>
              <a:gd name="adj" fmla="val 4615"/>
            </a:avLst>
          </a:prstGeom>
          <a:solidFill>
            <a:srgbClr val="1B3A63"/>
          </a:solidFill>
          <a:ln/>
        </p:spPr>
      </p:sp>
      <p:sp>
        <p:nvSpPr>
          <p:cNvPr id="21" name="Shape 18"/>
          <p:cNvSpPr/>
          <p:nvPr/>
        </p:nvSpPr>
        <p:spPr>
          <a:xfrm>
            <a:off x="6053328" y="2029968"/>
            <a:ext cx="475488" cy="475488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22" name="Image 1" descr="/home/claude/py-ppt/images/chart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955" y="2153595"/>
            <a:ext cx="228234" cy="22823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053328" y="260604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Chart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053328" y="2907792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&amp; growth analysis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053328" y="329184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8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plt.plot()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805672" y="1828800"/>
            <a:ext cx="2770632" cy="1783080"/>
          </a:xfrm>
          <a:prstGeom prst="roundRect">
            <a:avLst>
              <a:gd name="adj" fmla="val 4615"/>
            </a:avLst>
          </a:prstGeom>
          <a:solidFill>
            <a:srgbClr val="1B3A63"/>
          </a:solidFill>
          <a:ln/>
        </p:spPr>
      </p:sp>
      <p:sp>
        <p:nvSpPr>
          <p:cNvPr id="27" name="Shape 23"/>
          <p:cNvSpPr/>
          <p:nvPr/>
        </p:nvSpPr>
        <p:spPr>
          <a:xfrm>
            <a:off x="9006840" y="2029968"/>
            <a:ext cx="475488" cy="475488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28" name="Image 2" descr="/home/claude/py-ppt/images/bar_sk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0467" y="2153595"/>
            <a:ext cx="228234" cy="22823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06840" y="260604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Chart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9006840" y="2907792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across categories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9006840" y="329184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8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plt.bar()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852160" y="3794760"/>
            <a:ext cx="2770632" cy="1783080"/>
          </a:xfrm>
          <a:prstGeom prst="roundRect">
            <a:avLst>
              <a:gd name="adj" fmla="val 4615"/>
            </a:avLst>
          </a:prstGeom>
          <a:solidFill>
            <a:srgbClr val="1B3A63"/>
          </a:solidFill>
          <a:ln/>
        </p:spPr>
      </p:sp>
      <p:sp>
        <p:nvSpPr>
          <p:cNvPr id="33" name="Shape 28"/>
          <p:cNvSpPr/>
          <p:nvPr/>
        </p:nvSpPr>
        <p:spPr>
          <a:xfrm>
            <a:off x="6053328" y="3995928"/>
            <a:ext cx="475488" cy="475488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34" name="Image 3" descr="/home/claude/py-ppt/images/pie_sk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6955" y="4119555"/>
            <a:ext cx="228234" cy="22823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053328" y="457200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 Chart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6053328" y="4873752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distribution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6053328" y="525780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8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plt.pie()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8805672" y="3794760"/>
            <a:ext cx="2770632" cy="1783080"/>
          </a:xfrm>
          <a:prstGeom prst="roundRect">
            <a:avLst>
              <a:gd name="adj" fmla="val 4615"/>
            </a:avLst>
          </a:prstGeom>
          <a:solidFill>
            <a:srgbClr val="1B3A63"/>
          </a:solidFill>
          <a:ln/>
        </p:spPr>
      </p:sp>
      <p:sp>
        <p:nvSpPr>
          <p:cNvPr id="39" name="Shape 33"/>
          <p:cNvSpPr/>
          <p:nvPr/>
        </p:nvSpPr>
        <p:spPr>
          <a:xfrm>
            <a:off x="9006840" y="3995928"/>
            <a:ext cx="475488" cy="475488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40" name="Image 4" descr="/home/claude/py-ppt/images/regbar_sk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0467" y="4119555"/>
            <a:ext cx="228234" cy="22823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006840" y="457200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 Plot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9006840" y="4873752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analysis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9006840" y="525780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8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plt.scatter()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132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— Practical Session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0" y="457200"/>
            <a:ext cx="1417320" cy="384048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10195560" y="457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3h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132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Examples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1810512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13243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947672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plt.plot(months, sales)      # Line chart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plt.bar(products, revenue)   # Bar chart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plt.pie(shares, labels=regions)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plt.scatter(x, y)            # Scatter plot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plt.title('Monthly Sales Trend')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plt.xlabel('Month')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plt.ylabel('Sales')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Exercises (3 Hours)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3218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Line, Bar, Pie and Scatter Charts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481328"/>
            <a:ext cx="5376672" cy="2788920"/>
          </a:xfrm>
          <a:prstGeom prst="roundRect">
            <a:avLst>
              <a:gd name="adj" fmla="val 3279"/>
            </a:avLst>
          </a:prstGeom>
          <a:solidFill>
            <a:srgbClr val="1B3A6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1691640"/>
            <a:ext cx="502920" cy="502920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18" name="Image 0" descr="/home/claude/py-ppt/images/regbar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999" y="1822399"/>
            <a:ext cx="241402" cy="24140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132320" y="1737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Company Sales Dashboard</a:t>
            </a:r>
            <a:endParaRPr lang="en-US" sz="1400" dirty="0"/>
          </a:p>
        </p:txBody>
      </p:sp>
      <p:pic>
        <p:nvPicPr>
          <p:cNvPr id="20" name="Image 1" descr="/home/claude/py-ppt/images/check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350008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12280" y="23317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1250" dirty="0"/>
          </a:p>
        </p:txBody>
      </p:sp>
      <p:pic>
        <p:nvPicPr>
          <p:cNvPr id="22" name="Image 2" descr="/home/claude/py-ppt/images/check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734056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12280" y="27157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Product-wise Revenue</a:t>
            </a:r>
            <a:endParaRPr lang="en-US" sz="1250" dirty="0"/>
          </a:p>
        </p:txBody>
      </p:sp>
      <p:pic>
        <p:nvPicPr>
          <p:cNvPr id="24" name="Image 3" descr="/home/claude/py-ppt/images/check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11810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12280" y="309981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Region-wise Performance</a:t>
            </a:r>
            <a:endParaRPr lang="en-US" sz="1250" dirty="0"/>
          </a:p>
        </p:txBody>
      </p:sp>
      <p:pic>
        <p:nvPicPr>
          <p:cNvPr id="26" name="Image 4" descr="/home/claude/py-ppt/images/check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50215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12280" y="34838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Distribution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492240" y="3886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Sales Data · Revenue Analysis · Growth Analysis · Visualization Report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63640" y="4434840"/>
            <a:ext cx="5376672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/>
        </p:spPr>
      </p:sp>
      <p:sp>
        <p:nvSpPr>
          <p:cNvPr id="30" name="Text 23"/>
          <p:cNvSpPr/>
          <p:nvPr/>
        </p:nvSpPr>
        <p:spPr>
          <a:xfrm>
            <a:off x="6537960" y="46177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6537960" y="495604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create professional charts and dashboards for business reporting.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MINI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Sales Data Analysis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Analyze a company sales dataset end-to-end and generate actionable business insights using NumPy, Pandas and Matplotlib together.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FC7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Steps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10896" cy="310896"/>
          </a:xfrm>
          <a:prstGeom prst="ellipse">
            <a:avLst/>
          </a:prstGeom>
          <a:solidFill>
            <a:srgbClr val="24447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395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2423160"/>
            <a:ext cx="310896" cy="310896"/>
          </a:xfrm>
          <a:prstGeom prst="ellipse">
            <a:avLst/>
          </a:prstGeom>
          <a:solidFill>
            <a:srgbClr val="24447A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2395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10896" cy="310896"/>
          </a:xfrm>
          <a:prstGeom prst="ellipse">
            <a:avLst/>
          </a:prstGeom>
          <a:solidFill>
            <a:srgbClr val="2444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944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2971800"/>
            <a:ext cx="310896" cy="310896"/>
          </a:xfrm>
          <a:prstGeom prst="ellipse">
            <a:avLst/>
          </a:prstGeom>
          <a:solidFill>
            <a:srgbClr val="24447A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2944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Revenue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310896" cy="310896"/>
          </a:xfrm>
          <a:prstGeom prst="ellipse">
            <a:avLst/>
          </a:prstGeom>
          <a:solidFill>
            <a:srgbClr val="24447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493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 Products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3520440"/>
            <a:ext cx="310896" cy="310896"/>
          </a:xfrm>
          <a:prstGeom prst="ellipse">
            <a:avLst/>
          </a:prstGeom>
          <a:solidFill>
            <a:srgbClr val="24447A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3493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Region-wise Analysis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310896" cy="310896"/>
          </a:xfrm>
          <a:prstGeom prst="ellipse">
            <a:avLst/>
          </a:prstGeom>
          <a:solidFill>
            <a:srgbClr val="24447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4041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Charts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37560" y="4069080"/>
            <a:ext cx="310896" cy="310896"/>
          </a:xfrm>
          <a:prstGeom prst="ellipse">
            <a:avLst/>
          </a:prstGeom>
          <a:solidFill>
            <a:srgbClr val="24447A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49040" y="4041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Findings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892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FC7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Toolkit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5285232"/>
            <a:ext cx="1600200" cy="457200"/>
          </a:xfrm>
          <a:prstGeom prst="roundRect">
            <a:avLst>
              <a:gd name="adj" fmla="val 18000"/>
            </a:avLst>
          </a:prstGeom>
          <a:solidFill>
            <a:srgbClr val="24447A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2852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286000" y="5285232"/>
            <a:ext cx="1600200" cy="457200"/>
          </a:xfrm>
          <a:prstGeom prst="roundRect">
            <a:avLst>
              <a:gd name="adj" fmla="val 18000"/>
            </a:avLst>
          </a:prstGeom>
          <a:solidFill>
            <a:srgbClr val="24447A"/>
          </a:solidFill>
          <a:ln/>
        </p:spPr>
      </p:sp>
      <p:sp>
        <p:nvSpPr>
          <p:cNvPr id="34" name="Text 32"/>
          <p:cNvSpPr/>
          <p:nvPr/>
        </p:nvSpPr>
        <p:spPr>
          <a:xfrm>
            <a:off x="2286000" y="52852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023360" y="5285232"/>
            <a:ext cx="1600200" cy="457200"/>
          </a:xfrm>
          <a:prstGeom prst="roundRect">
            <a:avLst>
              <a:gd name="adj" fmla="val 18000"/>
            </a:avLst>
          </a:prstGeom>
          <a:solidFill>
            <a:srgbClr val="24447A"/>
          </a:solidFill>
          <a:ln/>
        </p:spPr>
      </p:sp>
      <p:sp>
        <p:nvSpPr>
          <p:cNvPr id="36" name="Text 34"/>
          <p:cNvSpPr/>
          <p:nvPr/>
        </p:nvSpPr>
        <p:spPr>
          <a:xfrm>
            <a:off x="4023360" y="52852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06640" y="2011680"/>
            <a:ext cx="4251960" cy="3749040"/>
          </a:xfrm>
          <a:prstGeom prst="roundRect">
            <a:avLst>
              <a:gd name="adj" fmla="val 2439"/>
            </a:avLst>
          </a:prstGeom>
          <a:solidFill>
            <a:srgbClr val="122A47"/>
          </a:solidFill>
          <a:ln/>
        </p:spPr>
      </p:sp>
      <p:sp>
        <p:nvSpPr>
          <p:cNvPr id="38" name="Shape 36"/>
          <p:cNvSpPr/>
          <p:nvPr/>
        </p:nvSpPr>
        <p:spPr>
          <a:xfrm>
            <a:off x="7680960" y="2240280"/>
            <a:ext cx="548640" cy="548640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39" name="Image 0" descr="/home/claude/py-ppt/images/clipboard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606" y="2382926"/>
            <a:ext cx="263347" cy="263347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83667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Deliverables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7680960" y="3063240"/>
            <a:ext cx="3703320" cy="548640"/>
          </a:xfrm>
          <a:prstGeom prst="roundRect">
            <a:avLst>
              <a:gd name="adj" fmla="val 11667"/>
            </a:avLst>
          </a:prstGeom>
          <a:solidFill>
            <a:srgbClr val="24447A"/>
          </a:solidFill>
          <a:ln/>
        </p:spPr>
      </p:sp>
      <p:pic>
        <p:nvPicPr>
          <p:cNvPr id="42" name="Image 1" descr="/home/claude/py-ppt/images/check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200400"/>
            <a:ext cx="274320" cy="27432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822960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7680960" y="3721608"/>
            <a:ext cx="3703320" cy="548640"/>
          </a:xfrm>
          <a:prstGeom prst="roundRect">
            <a:avLst>
              <a:gd name="adj" fmla="val 11667"/>
            </a:avLst>
          </a:prstGeom>
          <a:solidFill>
            <a:srgbClr val="24447A"/>
          </a:solidFill>
          <a:ln/>
        </p:spPr>
      </p:sp>
      <p:pic>
        <p:nvPicPr>
          <p:cNvPr id="45" name="Image 2" descr="/home/claude/py-ppt/images/check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858768"/>
            <a:ext cx="274320" cy="27432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8229600" y="37216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Report</a:t>
            </a:r>
            <a:endParaRPr lang="en-US" sz="1300" dirty="0"/>
          </a:p>
        </p:txBody>
      </p:sp>
      <p:sp>
        <p:nvSpPr>
          <p:cNvPr id="47" name="Shape 42"/>
          <p:cNvSpPr/>
          <p:nvPr/>
        </p:nvSpPr>
        <p:spPr>
          <a:xfrm>
            <a:off x="7680960" y="4379976"/>
            <a:ext cx="3703320" cy="548640"/>
          </a:xfrm>
          <a:prstGeom prst="roundRect">
            <a:avLst>
              <a:gd name="adj" fmla="val 11667"/>
            </a:avLst>
          </a:prstGeom>
          <a:solidFill>
            <a:srgbClr val="24447A"/>
          </a:solidFill>
          <a:ln/>
        </p:spPr>
      </p:sp>
      <p:pic>
        <p:nvPicPr>
          <p:cNvPr id="48" name="Image 3" descr="/home/claude/py-ppt/images/check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4517136"/>
            <a:ext cx="274320" cy="27432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8229600" y="43799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</a:t>
            </a:r>
            <a:endParaRPr lang="en-US" sz="1300" dirty="0"/>
          </a:p>
        </p:txBody>
      </p:sp>
      <p:sp>
        <p:nvSpPr>
          <p:cNvPr id="50" name="Shape 44"/>
          <p:cNvSpPr/>
          <p:nvPr/>
        </p:nvSpPr>
        <p:spPr>
          <a:xfrm>
            <a:off x="7680960" y="5038344"/>
            <a:ext cx="3703320" cy="548640"/>
          </a:xfrm>
          <a:prstGeom prst="roundRect">
            <a:avLst>
              <a:gd name="adj" fmla="val 11667"/>
            </a:avLst>
          </a:prstGeom>
          <a:solidFill>
            <a:srgbClr val="24447A"/>
          </a:solidFill>
          <a:ln/>
        </p:spPr>
      </p:sp>
      <p:pic>
        <p:nvPicPr>
          <p:cNvPr id="51" name="Image 4" descr="/home/claude/py-ppt/images/check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5175504"/>
            <a:ext cx="274320" cy="27432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8229600" y="503834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53" name="Text 4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54" name="Text 47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55" name="Text 48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&amp; Pandas Interview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6" name="Image 0" descr="/home/claude/py-ppt/images/gri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0171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Questions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NumPy?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List and Array?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Array Slicing.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Vectorization.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1B3A63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874520"/>
            <a:ext cx="548640" cy="548640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11" name="Image 1" descr="/home/claude/py-ppt/images/table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20171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Questions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Series?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DataFrame?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loc and iloc?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handle missing values?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&amp; Scenario-Based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6" name="Image 0" descr="/home/claude/py-ppt/images/b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0171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Questions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Visualization?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Bar and Pie Chart?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Scatter Plot.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1B3A63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874520"/>
            <a:ext cx="548640" cy="548640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11" name="Image 1" descr="/home/claude/py-ppt/images/briefcase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20171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Scenario-Based Questions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sales data.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top-performing products.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business reports using Pandas.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Data Like a Professional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1F5F9"/>
          </a:solidFill>
          <a:ln/>
          <a:effectLst>
            <a:outerShdw blurRad="76200" dist="25400" dir="5400000" algn="bl" rotWithShape="0">
              <a:srgbClr val="1B3A63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6" name="Image 0" descr="/home/claude/py-ppt/image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199887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6032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Data First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2898648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shape, types &amp; summary stats before analyzing.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15384" y="160020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1F5F9"/>
          </a:solidFill>
          <a:ln/>
          <a:effectLst>
            <a:outerShdw blurRad="76200" dist="25400" dir="5400000" algn="bl" rotWithShape="0">
              <a:srgbClr val="1B3A63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71416" y="1856232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1" name="Image 1" descr="/home/claude/py-ppt/images/bro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062" y="199887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71416" y="256032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Before You Analyze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71416" y="2898648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and duplicates early and consistently.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882128" y="160020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1F5F9"/>
          </a:solidFill>
          <a:ln/>
          <a:effectLst>
            <a:outerShdw blurRad="76200" dist="25400" dir="5400000" algn="bl" rotWithShape="0">
              <a:srgbClr val="1B3A63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38160" y="1856232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6" name="Image 2" descr="/home/claude/py-ppt/images/gri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06" y="199887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256032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 Vectorized Operations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38160" y="2898648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NumPy/Pandas built-ins instead of manual Python loops.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1F5F9"/>
          </a:solidFill>
          <a:ln/>
          <a:effectLst>
            <a:outerShdw blurRad="76200" dist="25400" dir="5400000" algn="bl" rotWithShape="0">
              <a:srgbClr val="1B3A63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187952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1" name="Image 3" descr="/home/claude/py-ppt/images/b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" y="433059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89204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Right Chart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04672" y="5230368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chart type to the story — trend, comparison, or share.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15384" y="393192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1F5F9"/>
          </a:solidFill>
          <a:ln/>
          <a:effectLst>
            <a:outerShdw blurRad="76200" dist="25400" dir="5400000" algn="bl" rotWithShape="0">
              <a:srgbClr val="1B3A63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71416" y="4187952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6" name="Image 4" descr="/home/claude/py-ppt/images/clipbo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4062" y="4330598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71416" y="489204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Your Steps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471416" y="5230368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code and note assumptions for reproducibility.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882128" y="393192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1F5F9"/>
          </a:solidFill>
          <a:ln/>
          <a:effectLst>
            <a:outerShdw blurRad="76200" dist="25400" dir="5400000" algn="bl" rotWithShape="0">
              <a:srgbClr val="1B3A63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38160" y="4187952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31" name="Image 5" descr="/home/claude/py-ppt/images/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0806" y="4330598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38160" y="489204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Your Results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138160" y="5230368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 totals and outliers before presenting insights.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OPPORTUNITIES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These Skills Take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22A4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6" name="Image 0" descr="/home/claude/py-ppt/images/bar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200363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85623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60604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data into business insight and reports.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15384" y="160020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22A47"/>
          </a:solidFill>
          <a:ln/>
        </p:spPr>
      </p:sp>
      <p:sp>
        <p:nvSpPr>
          <p:cNvPr id="10" name="Shape 7"/>
          <p:cNvSpPr/>
          <p:nvPr/>
        </p:nvSpPr>
        <p:spPr>
          <a:xfrm>
            <a:off x="4471416" y="1856232"/>
            <a:ext cx="566928" cy="566928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11" name="Image 1" descr="/home/claude/py-ppt/images/chart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817" y="200363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02936" y="185623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71416" y="260604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data findings with business strategy.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82128" y="160020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22A47"/>
          </a:solidFill>
          <a:ln/>
        </p:spPr>
      </p:sp>
      <p:sp>
        <p:nvSpPr>
          <p:cNvPr id="15" name="Shape 11"/>
          <p:cNvSpPr/>
          <p:nvPr/>
        </p:nvSpPr>
        <p:spPr>
          <a:xfrm>
            <a:off x="8138160" y="1856232"/>
            <a:ext cx="566928" cy="566928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16" name="Image 2" descr="/home/claude/py-ppt/images/grad_sk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5561" y="200363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185623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Aspiring Data Scientist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38160" y="260604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foundation for ML and advanced analytics.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04488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22A47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160520"/>
            <a:ext cx="566928" cy="566928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21" name="Image 3" descr="/home/claude/py-ppt/images/table_sk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073" y="430792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36192" y="416052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Analyst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4910328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recurring dashboards and KPI reporting.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15384" y="3904488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22A47"/>
          </a:solidFill>
          <a:ln/>
        </p:spPr>
      </p:sp>
      <p:sp>
        <p:nvSpPr>
          <p:cNvPr id="25" name="Shape 19"/>
          <p:cNvSpPr/>
          <p:nvPr/>
        </p:nvSpPr>
        <p:spPr>
          <a:xfrm>
            <a:off x="4471416" y="4160520"/>
            <a:ext cx="566928" cy="566928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26" name="Image 4" descr="/home/claude/py-ppt/images/server_sk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8817" y="4307921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02936" y="416052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471416" y="4910328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maintain the pipelines analysts rely on.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882128" y="3904488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22A47"/>
          </a:solidFill>
          <a:ln/>
        </p:spPr>
      </p:sp>
      <p:sp>
        <p:nvSpPr>
          <p:cNvPr id="30" name="Shape 23"/>
          <p:cNvSpPr/>
          <p:nvPr/>
        </p:nvSpPr>
        <p:spPr>
          <a:xfrm>
            <a:off x="8138160" y="4160520"/>
            <a:ext cx="566928" cy="566928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31" name="Image 5" descr="/home/claude/py-ppt/images/usertie_sk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5561" y="4307921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69680" y="416052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/ Ops Analyst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138160" y="4910328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to guide product and operational decisions.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828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Arrays, indexing, slicing &amp; fast mathematical operations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697480"/>
            <a:ext cx="9875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697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Series, DataFrames, data cleaning, filtering &amp; grouping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3566160"/>
            <a:ext cx="9875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5661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Line, bar, pie &amp; scatter charts for business reporting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4434840"/>
            <a:ext cx="9875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— End-to-end sales data analysis using all three libraries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5532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the practical skills to load, clean, analyze and visualize real business data end-to-end.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12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547208" y="1554480"/>
            <a:ext cx="1097280" cy="1097280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4" name="Image 0" descr="/home/claude/py-ppt/images/question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500" y="1839773"/>
            <a:ext cx="526694" cy="5266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92608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Answers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828800" y="370332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 for queries, clarifications and deeper dives into NumPy, Pandas or Matplotlib.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22A4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122A47"/>
          </a:solidFill>
          <a:ln/>
        </p:spPr>
      </p:sp>
      <p:sp>
        <p:nvSpPr>
          <p:cNvPr id="4" name="Shape 2"/>
          <p:cNvSpPr/>
          <p:nvPr/>
        </p:nvSpPr>
        <p:spPr>
          <a:xfrm>
            <a:off x="5547208" y="1417320"/>
            <a:ext cx="1097280" cy="1097280"/>
          </a:xfrm>
          <a:prstGeom prst="ellipse">
            <a:avLst/>
          </a:prstGeom>
          <a:solidFill>
            <a:srgbClr val="24447A"/>
          </a:solidFill>
          <a:ln/>
        </p:spPr>
      </p:sp>
      <p:pic>
        <p:nvPicPr>
          <p:cNvPr id="5" name="Image 0" descr="/home/claude/py-ppt/images/handshake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500" y="1702613"/>
            <a:ext cx="526694" cy="526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35204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0233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90008" y="4617720"/>
            <a:ext cx="2011680" cy="0"/>
          </a:xfrm>
          <a:prstGeom prst="line">
            <a:avLst/>
          </a:prstGeom>
          <a:noFill/>
          <a:ln w="25400">
            <a:solidFill>
              <a:srgbClr val="2E86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75488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Learning! 🚀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Python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1868</Words>
  <Application>Microsoft Office PowerPoint</Application>
  <PresentationFormat>Widescreen</PresentationFormat>
  <Paragraphs>454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with Python</dc:title>
  <dc:subject>PptxGenJS Presentation</dc:subject>
  <dc:creator>Mr. Venkatesh</dc:creator>
  <cp:lastModifiedBy>Madhuri Yalavarthi</cp:lastModifiedBy>
  <cp:revision>1</cp:revision>
  <dcterms:created xsi:type="dcterms:W3CDTF">2026-07-08T11:01:53Z</dcterms:created>
  <dcterms:modified xsi:type="dcterms:W3CDTF">2026-07-08T11:07:14Z</dcterms:modified>
</cp:coreProperties>
</file>